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vertBarState="maximized">
    <p:restoredLeft sz="34587" autoAdjust="0"/>
    <p:restoredTop sz="94648" autoAdjust="0"/>
  </p:normalViewPr>
  <p:slideViewPr>
    <p:cSldViewPr>
      <p:cViewPr varScale="1">
        <p:scale>
          <a:sx n="121" d="100"/>
          <a:sy n="121" d="100"/>
        </p:scale>
        <p:origin x="-13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E6D01-B24A-45C8-BCC5-BFB03A285055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0B35D-C026-47A8-BE20-15C4216479C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E6D01-B24A-45C8-BCC5-BFB03A285055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0B35D-C026-47A8-BE20-15C4216479C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E6D01-B24A-45C8-BCC5-BFB03A285055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0B35D-C026-47A8-BE20-15C4216479C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E6D01-B24A-45C8-BCC5-BFB03A285055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0B35D-C026-47A8-BE20-15C4216479C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E6D01-B24A-45C8-BCC5-BFB03A285055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0B35D-C026-47A8-BE20-15C4216479C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E6D01-B24A-45C8-BCC5-BFB03A285055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0B35D-C026-47A8-BE20-15C4216479C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E6D01-B24A-45C8-BCC5-BFB03A285055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0B35D-C026-47A8-BE20-15C4216479C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E6D01-B24A-45C8-BCC5-BFB03A285055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0B35D-C026-47A8-BE20-15C4216479C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E6D01-B24A-45C8-BCC5-BFB03A285055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0B35D-C026-47A8-BE20-15C4216479C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E6D01-B24A-45C8-BCC5-BFB03A285055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0B35D-C026-47A8-BE20-15C4216479C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E6D01-B24A-45C8-BCC5-BFB03A285055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0B35D-C026-47A8-BE20-15C4216479C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BE6D01-B24A-45C8-BCC5-BFB03A285055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0B35D-C026-47A8-BE20-15C4216479CE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114792" y="1071546"/>
            <a:ext cx="5029208" cy="1470025"/>
          </a:xfrm>
        </p:spPr>
        <p:txBody>
          <a:bodyPr>
            <a:normAutofit/>
          </a:bodyPr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Создание игры на 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Pygame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000728" y="5572140"/>
            <a:ext cx="3143272" cy="1109658"/>
          </a:xfrm>
        </p:spPr>
        <p:txBody>
          <a:bodyPr>
            <a:normAutofit/>
          </a:bodyPr>
          <a:lstStyle/>
          <a:p>
            <a:pPr algn="l"/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Выполнил: </a:t>
            </a:r>
            <a:r>
              <a:rPr lang="ru-RU" sz="1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Лехнер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Сергей</a:t>
            </a:r>
          </a:p>
          <a:p>
            <a:pPr algn="l"/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Руководитель: </a:t>
            </a:r>
            <a:r>
              <a:rPr lang="ru-RU" sz="1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Жмаков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С.В.</a:t>
            </a:r>
            <a:endParaRPr lang="ru-RU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15140" y="6357958"/>
            <a:ext cx="1218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Омск 2026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Игры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85720" y="1571612"/>
            <a:ext cx="5214974" cy="4525963"/>
          </a:xfrm>
        </p:spPr>
        <p:txBody>
          <a:bodyPr/>
          <a:lstStyle/>
          <a:p>
            <a:pPr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Сегодня компьютерные игры – это огромная индустрия, которая по популярности обгоняет кино и музыку. Для многих это способ отдыха и погружения в новые миры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Цели и задачи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Цель: Разработать 2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-игру на языке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Python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 использованием  библиотеки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Pygame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Задачи:</a:t>
            </a:r>
          </a:p>
          <a:p>
            <a:pPr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	1. Изучить структуру и возможности библиотеки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Pygame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	2. Спроектировать концепцию игры.</a:t>
            </a:r>
          </a:p>
          <a:p>
            <a:pPr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	3.Написать программный код реализующий графику управление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 игровую логику</a:t>
            </a:r>
          </a:p>
          <a:p>
            <a:pPr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4.Протестировать готовый продукт и исправить ошибки</a:t>
            </a:r>
          </a:p>
          <a:p>
            <a:pPr>
              <a:buNone/>
            </a:pPr>
            <a:endParaRPr lang="ru-RU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Программы использования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 descr="PyCharm - что это за IDE для Python: установка и обзор возможностей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86380" y="1428736"/>
            <a:ext cx="2547902" cy="2547902"/>
          </a:xfrm>
          <a:prstGeom prst="rect">
            <a:avLst/>
          </a:prstGeom>
          <a:noFill/>
        </p:spPr>
      </p:pic>
      <p:pic>
        <p:nvPicPr>
          <p:cNvPr id="1028" name="Picture 4" descr="Файл:Pygame logo.png — Википедия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14480" y="4286256"/>
            <a:ext cx="5629275" cy="1695451"/>
          </a:xfrm>
          <a:prstGeom prst="rect">
            <a:avLst/>
          </a:prstGeom>
          <a:noFill/>
        </p:spPr>
      </p:pic>
      <p:pic>
        <p:nvPicPr>
          <p:cNvPr id="1030" name="Picture 6" descr="Язык программирования Python | Технолог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71538" y="1357298"/>
            <a:ext cx="2714612" cy="27146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Практическая часть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Структура кода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Фишки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Заключение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500166" y="2571744"/>
            <a:ext cx="7429552" cy="292895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5400" dirty="0" smtClean="0">
                <a:latin typeface="Times New Roman" pitchFamily="18" charset="0"/>
                <a:cs typeface="Times New Roman" pitchFamily="18" charset="0"/>
              </a:rPr>
              <a:t>Спасибо за внимание</a:t>
            </a:r>
            <a:endParaRPr lang="ru-RU" sz="5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46</Words>
  <Application>Microsoft Office PowerPoint</Application>
  <PresentationFormat>Экран (4:3)</PresentationFormat>
  <Paragraphs>19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Создание игры на Pygame</vt:lpstr>
      <vt:lpstr>Игры</vt:lpstr>
      <vt:lpstr>Цели и задачи</vt:lpstr>
      <vt:lpstr>Программы использования</vt:lpstr>
      <vt:lpstr>Практическая часть</vt:lpstr>
      <vt:lpstr>Структура кода</vt:lpstr>
      <vt:lpstr>Фишки</vt:lpstr>
      <vt:lpstr>Заключение </vt:lpstr>
      <vt:lpstr>Слайд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Создание игры на Pygame</dc:title>
  <dc:creator>Ученик</dc:creator>
  <cp:lastModifiedBy>Ученик</cp:lastModifiedBy>
  <cp:revision>6</cp:revision>
  <dcterms:created xsi:type="dcterms:W3CDTF">2026-02-18T11:55:21Z</dcterms:created>
  <dcterms:modified xsi:type="dcterms:W3CDTF">2026-02-18T12:53:26Z</dcterms:modified>
</cp:coreProperties>
</file>